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0" autoAdjust="0"/>
    <p:restoredTop sz="94660"/>
  </p:normalViewPr>
  <p:slideViewPr>
    <p:cSldViewPr snapToGrid="0">
      <p:cViewPr varScale="1">
        <p:scale>
          <a:sx n="88" d="100"/>
          <a:sy n="88" d="100"/>
        </p:scale>
        <p:origin x="72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15E93E-F1C4-6676-0FCF-6EFD2F2C44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6923308-EA2F-B2F3-ECF7-02BBB907D8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393B82-9E7B-17A0-4BCC-7C443723C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C477A-C340-44DC-A0C0-4AEEB3535C12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883FE9-AF2B-DC89-6DAF-AC71C0DE6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44C3EC-7E46-85A7-9033-4E745EF21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6A294-C000-45ED-A986-B21673230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4248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5F2D0F-A243-3173-AA5C-B372B932A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85B992-DAC1-D893-1F9F-84F2420BC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09043F-88E9-2B19-13F9-0551AB660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C477A-C340-44DC-A0C0-4AEEB3535C12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FFD7A1-10D2-D81F-26BE-1D1712A53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E8F035-14F8-A8ED-F9A3-5C64EFA62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6A294-C000-45ED-A986-B21673230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312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67DEA3-D2CC-528F-B843-C1EDE50DA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562391-A9C3-7B88-2902-63CF73C7F9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012A75-CFEB-F06C-4A20-9FED04F6F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C477A-C340-44DC-A0C0-4AEEB3535C12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B4F6EE-C0E0-E709-C0EC-326B8E734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1F4C4E-00D5-30AA-4ECD-9D26F5550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6A294-C000-45ED-A986-B21673230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0089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AD8F9C-0A8E-F429-23E7-275746B4A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6B16B1-F927-7560-84A2-4C67FEAEC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2ED65F2-DE07-3D99-D598-FDE147136F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F98BEF-8C0C-6469-E962-31D733D6F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C477A-C340-44DC-A0C0-4AEEB3535C12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5506B86-1A78-129A-DCB3-08761AB88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A7D95D-3A36-FBA0-2B80-D2CBB00E3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6A294-C000-45ED-A986-B21673230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964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B866FE-00B5-F0C8-6405-DC73E59A8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AE1232-3324-D035-6682-A41B0B5A3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AAA26A-7CB7-1F5F-7087-7F36C7A850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A6CAD0E-4072-F172-B9B8-C775A9F26D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A9A846C-D13E-0551-0B2D-1B84D2A283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1FC2C33-A737-CAB7-9F33-130A3EC1F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C477A-C340-44DC-A0C0-4AEEB3535C12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172E888-82BD-9A88-CF19-AC7032086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16780DF-9920-2362-10A0-EBAD6DF93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6A294-C000-45ED-A986-B21673230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8031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2D5E5C-9E89-E41B-AA7D-9ADFDBEA8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F659EAC-225E-1AE5-5108-D7A210968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C477A-C340-44DC-A0C0-4AEEB3535C12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B6ABB23-9EB8-8876-B5B3-E62F0A4DA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C343598-620F-0F7F-D0BF-1416211DE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6A294-C000-45ED-A986-B21673230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2429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7461C86-03E8-92EE-61F9-844C2A394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C477A-C340-44DC-A0C0-4AEEB3535C12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DD9E2C6-9097-3199-DB01-D1855B004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4CEC3A-955A-2933-416D-202B05104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6A294-C000-45ED-A986-B21673230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145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50BF8F-4043-9407-A2B6-A51B1E8AD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15F8D6-AD16-8BEE-68E2-F0746DB73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DA5E0C-D7A5-56CD-D0ED-8D0956DDBB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565B34-1071-13A4-1DBB-3946F0C85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C477A-C340-44DC-A0C0-4AEEB3535C12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433D99D-2EDC-1682-69C7-C2CAB1872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E34343-F6BB-6497-CAD4-3F5445957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6A294-C000-45ED-A986-B21673230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610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CA7103-CDF7-866D-0C3D-96EEC6197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E671A6F-78A2-E867-49CD-CC72A70A4A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AF1B73-850C-1FEE-2134-1DE275A5F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351F1E-1C54-1672-CF2B-D2CD550D5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C477A-C340-44DC-A0C0-4AEEB3535C12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6E5941-B8F6-4EA0-B08B-CDDB2A7F0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002E57-8C42-EC26-D9C7-A522F0114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6A294-C000-45ED-A986-B21673230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9958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D5F9A5-5C32-8FAE-7E80-96D59F674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C247389-353D-AA84-BDE6-0B44A72429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3BC268-D9D0-EB0F-7D90-D5FC32322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C477A-C340-44DC-A0C0-4AEEB3535C12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DAA129-EA79-5D2C-78FD-B92866BC0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DFF00E-1F3A-386D-22E8-D66D7B9A4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6A294-C000-45ED-A986-B21673230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841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CFB30AB-FE0F-E744-7A46-7C9193A098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7526CC-63FE-2F98-51CA-210ADE3DA5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8F0E55-715F-1235-38A4-DAAEBEF59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C477A-C340-44DC-A0C0-4AEEB3535C12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A22688-D889-01FD-03E3-430DCD15C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3C5771-97C0-FBE5-206B-4EF14CFAE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6A294-C000-45ED-A986-B21673230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326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A11F025-B72B-FBE7-5105-C86675643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1FBA25-A24A-5AB3-A326-902452C83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89BF2E-8CD2-EF10-E494-2AD49E36A9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1C477A-C340-44DC-A0C0-4AEEB3535C12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5D65F0-5851-1E87-BFEF-AC563508C0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F85D1A-7624-6323-C103-C2A341BE03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76A294-C000-45ED-A986-B21673230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2870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087F471-7101-1F92-50BE-552767132A8C}"/>
              </a:ext>
            </a:extLst>
          </p:cNvPr>
          <p:cNvSpPr/>
          <p:nvPr/>
        </p:nvSpPr>
        <p:spPr>
          <a:xfrm>
            <a:off x="2002972" y="2803072"/>
            <a:ext cx="1518557" cy="8926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Agent 1</a:t>
            </a:r>
          </a:p>
          <a:p>
            <a:pPr algn="ctr"/>
            <a:r>
              <a:rPr lang="zh-CN" altLang="en-US" dirty="0"/>
              <a:t>（</a:t>
            </a:r>
            <a:r>
              <a:rPr lang="en-US" altLang="zh-CN" dirty="0"/>
              <a:t>web search agent)</a:t>
            </a:r>
            <a:endParaRPr lang="zh-CN" altLang="en-US" dirty="0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08FD197C-FD7A-4777-17C0-C024028FDE28}"/>
              </a:ext>
            </a:extLst>
          </p:cNvPr>
          <p:cNvSpPr/>
          <p:nvPr/>
        </p:nvSpPr>
        <p:spPr>
          <a:xfrm>
            <a:off x="3717471" y="3129643"/>
            <a:ext cx="555172" cy="2394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DE5683B-64F4-832C-E16A-4BEAD7314C10}"/>
              </a:ext>
            </a:extLst>
          </p:cNvPr>
          <p:cNvSpPr/>
          <p:nvPr/>
        </p:nvSpPr>
        <p:spPr>
          <a:xfrm>
            <a:off x="4414157" y="2803072"/>
            <a:ext cx="1115786" cy="8926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Agent 2</a:t>
            </a:r>
            <a:endParaRPr lang="zh-CN" altLang="en-US" dirty="0"/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4CE2AAD6-F5FF-00DB-75F0-9F9EEDA6EA1F}"/>
              </a:ext>
            </a:extLst>
          </p:cNvPr>
          <p:cNvSpPr/>
          <p:nvPr/>
        </p:nvSpPr>
        <p:spPr>
          <a:xfrm>
            <a:off x="5725885" y="3129643"/>
            <a:ext cx="555172" cy="2394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1B2E68B-7235-97D5-C873-ACC0951D37F1}"/>
              </a:ext>
            </a:extLst>
          </p:cNvPr>
          <p:cNvSpPr/>
          <p:nvPr/>
        </p:nvSpPr>
        <p:spPr>
          <a:xfrm>
            <a:off x="6411686" y="2803072"/>
            <a:ext cx="1115786" cy="8926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9FC0752C-8BA8-0116-65E3-60787321F524}"/>
              </a:ext>
            </a:extLst>
          </p:cNvPr>
          <p:cNvSpPr/>
          <p:nvPr/>
        </p:nvSpPr>
        <p:spPr>
          <a:xfrm>
            <a:off x="7723414" y="3129643"/>
            <a:ext cx="555172" cy="2394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079A96E-F5C1-CC9A-CB85-93EB7DEF7C34}"/>
              </a:ext>
            </a:extLst>
          </p:cNvPr>
          <p:cNvSpPr/>
          <p:nvPr/>
        </p:nvSpPr>
        <p:spPr>
          <a:xfrm>
            <a:off x="8474528" y="2803072"/>
            <a:ext cx="1115786" cy="8926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Agent N</a:t>
            </a:r>
            <a:endParaRPr lang="zh-CN" altLang="en-US" dirty="0"/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79CD4967-5793-DA11-F7FF-71AF70D84C6C}"/>
              </a:ext>
            </a:extLst>
          </p:cNvPr>
          <p:cNvSpPr/>
          <p:nvPr/>
        </p:nvSpPr>
        <p:spPr>
          <a:xfrm>
            <a:off x="9786256" y="3129643"/>
            <a:ext cx="555172" cy="2394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上弧形 11">
            <a:extLst>
              <a:ext uri="{FF2B5EF4-FFF2-40B4-BE49-F238E27FC236}">
                <a16:creationId xmlns:a16="http://schemas.microsoft.com/office/drawing/2014/main" id="{9C1F220E-10E0-995F-3E43-139F90EFC5A6}"/>
              </a:ext>
            </a:extLst>
          </p:cNvPr>
          <p:cNvSpPr/>
          <p:nvPr/>
        </p:nvSpPr>
        <p:spPr>
          <a:xfrm rot="10800000">
            <a:off x="3262992" y="3695699"/>
            <a:ext cx="5480958" cy="565273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735F358-1FDF-F2C7-861C-B255AF23DE94}"/>
              </a:ext>
            </a:extLst>
          </p:cNvPr>
          <p:cNvSpPr txBox="1"/>
          <p:nvPr/>
        </p:nvSpPr>
        <p:spPr>
          <a:xfrm>
            <a:off x="5228519" y="3846337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</a:t>
            </a:r>
            <a:r>
              <a:rPr lang="zh-CN" altLang="en-US" dirty="0"/>
              <a:t>可能有迭代）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387C8EE-FD7B-EFBC-65EE-0AC5B21EDF70}"/>
              </a:ext>
            </a:extLst>
          </p:cNvPr>
          <p:cNvSpPr txBox="1"/>
          <p:nvPr/>
        </p:nvSpPr>
        <p:spPr>
          <a:xfrm>
            <a:off x="10341428" y="2917372"/>
            <a:ext cx="16274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输出：</a:t>
            </a:r>
            <a:br>
              <a:rPr lang="en-US" altLang="zh-CN" dirty="0"/>
            </a:br>
            <a:r>
              <a:rPr lang="zh-CN" altLang="en-US" b="1" dirty="0"/>
              <a:t>结构化</a:t>
            </a:r>
            <a:r>
              <a:rPr lang="zh-CN" altLang="en-US" dirty="0"/>
              <a:t>的文献综述文本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C5FB00E-5DA8-41BF-97A7-DBCAD0A33FDC}"/>
              </a:ext>
            </a:extLst>
          </p:cNvPr>
          <p:cNvSpPr txBox="1"/>
          <p:nvPr/>
        </p:nvSpPr>
        <p:spPr>
          <a:xfrm>
            <a:off x="242208" y="3680643"/>
            <a:ext cx="16274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输入</a:t>
            </a:r>
            <a:r>
              <a:rPr lang="en-US" altLang="zh-CN" dirty="0">
                <a:highlight>
                  <a:srgbClr val="FFFF00"/>
                </a:highlight>
              </a:rPr>
              <a:t>1</a:t>
            </a:r>
            <a:r>
              <a:rPr lang="zh-CN" altLang="en-US" dirty="0">
                <a:highlight>
                  <a:srgbClr val="FFFF00"/>
                </a:highlight>
              </a:rPr>
              <a:t>：</a:t>
            </a:r>
            <a:r>
              <a:rPr lang="en-US" altLang="zh-CN" dirty="0"/>
              <a:t>query prompt</a:t>
            </a:r>
            <a:r>
              <a:rPr lang="zh-CN" altLang="en-US" dirty="0"/>
              <a:t>（用户的文献综述要求）</a:t>
            </a:r>
            <a:endParaRPr lang="en-US" altLang="zh-CN" dirty="0"/>
          </a:p>
          <a:p>
            <a:r>
              <a:rPr lang="en-US" altLang="zh-CN" dirty="0"/>
              <a:t>   </a:t>
            </a:r>
            <a:r>
              <a:rPr lang="zh-CN" altLang="en-US" dirty="0"/>
              <a:t>例子：</a:t>
            </a:r>
          </a:p>
        </p:txBody>
      </p:sp>
      <p:sp>
        <p:nvSpPr>
          <p:cNvPr id="19" name="箭头: 圆角右 18">
            <a:extLst>
              <a:ext uri="{FF2B5EF4-FFF2-40B4-BE49-F238E27FC236}">
                <a16:creationId xmlns:a16="http://schemas.microsoft.com/office/drawing/2014/main" id="{B702D800-DDA9-EBA9-F84B-7203BB7BC6CD}"/>
              </a:ext>
            </a:extLst>
          </p:cNvPr>
          <p:cNvSpPr/>
          <p:nvPr/>
        </p:nvSpPr>
        <p:spPr>
          <a:xfrm>
            <a:off x="930729" y="3243943"/>
            <a:ext cx="876301" cy="436700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10867B3-4B6C-2481-D008-45CC08E6238A}"/>
              </a:ext>
            </a:extLst>
          </p:cNvPr>
          <p:cNvSpPr txBox="1"/>
          <p:nvPr/>
        </p:nvSpPr>
        <p:spPr>
          <a:xfrm>
            <a:off x="1807030" y="233686"/>
            <a:ext cx="26833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输入</a:t>
            </a:r>
            <a:r>
              <a:rPr lang="en-US" altLang="zh-CN" dirty="0">
                <a:highlight>
                  <a:srgbClr val="FFFF00"/>
                </a:highlight>
              </a:rPr>
              <a:t>2</a:t>
            </a:r>
            <a:r>
              <a:rPr lang="zh-CN" altLang="en-US" dirty="0">
                <a:highlight>
                  <a:srgbClr val="FFFF00"/>
                </a:highlight>
              </a:rPr>
              <a:t>：</a:t>
            </a:r>
            <a:r>
              <a:rPr lang="zh-CN" altLang="en-US" dirty="0"/>
              <a:t>联网搜索结果</a:t>
            </a:r>
            <a:br>
              <a:rPr lang="en-US" altLang="zh-CN" dirty="0"/>
            </a:br>
            <a:r>
              <a:rPr lang="zh-CN" altLang="en-US" dirty="0"/>
              <a:t>（</a:t>
            </a:r>
            <a:r>
              <a:rPr lang="en-US" altLang="zh-CN" dirty="0"/>
              <a:t>reference list</a:t>
            </a:r>
            <a:r>
              <a:rPr lang="zh-CN" altLang="en-US" dirty="0"/>
              <a:t>，准备纳入的文献（标题，摘要，全文</a:t>
            </a:r>
            <a:r>
              <a:rPr lang="en-US" altLang="zh-CN" dirty="0"/>
              <a:t>…</a:t>
            </a:r>
            <a:r>
              <a:rPr lang="zh-CN" altLang="en-US" dirty="0"/>
              <a:t>））</a:t>
            </a:r>
          </a:p>
        </p:txBody>
      </p:sp>
      <p:sp>
        <p:nvSpPr>
          <p:cNvPr id="21" name="箭头: 下 20">
            <a:extLst>
              <a:ext uri="{FF2B5EF4-FFF2-40B4-BE49-F238E27FC236}">
                <a16:creationId xmlns:a16="http://schemas.microsoft.com/office/drawing/2014/main" id="{208AF0CA-F3E2-D630-2BEC-78C22518006B}"/>
              </a:ext>
            </a:extLst>
          </p:cNvPr>
          <p:cNvSpPr/>
          <p:nvPr/>
        </p:nvSpPr>
        <p:spPr>
          <a:xfrm>
            <a:off x="2590800" y="1861457"/>
            <a:ext cx="250372" cy="7021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CC8A62EC-3A90-05EC-C5D4-9BB343B074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4936" y="42061"/>
            <a:ext cx="5067300" cy="2120025"/>
          </a:xfrm>
          <a:prstGeom prst="rect">
            <a:avLst/>
          </a:prstGeom>
        </p:spPr>
      </p:pic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455C220A-7CE3-E330-3A28-741353E463AD}"/>
              </a:ext>
            </a:extLst>
          </p:cNvPr>
          <p:cNvCxnSpPr>
            <a:stCxn id="20" idx="3"/>
          </p:cNvCxnSpPr>
          <p:nvPr/>
        </p:nvCxnSpPr>
        <p:spPr>
          <a:xfrm flipV="1">
            <a:off x="4490358" y="833850"/>
            <a:ext cx="1077685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D27AC051-3870-7177-07BA-E50A5441AE88}"/>
              </a:ext>
            </a:extLst>
          </p:cNvPr>
          <p:cNvSpPr txBox="1"/>
          <p:nvPr/>
        </p:nvSpPr>
        <p:spPr>
          <a:xfrm>
            <a:off x="4272643" y="1033200"/>
            <a:ext cx="16872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用这些</a:t>
            </a:r>
            <a:r>
              <a:rPr lang="en-US" altLang="zh-CN" dirty="0" err="1"/>
              <a:t>api</a:t>
            </a:r>
            <a:r>
              <a:rPr lang="zh-CN" altLang="en-US" dirty="0"/>
              <a:t>分别检索后融合（多源检索）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1E3A83AE-738C-A71B-1EB6-502CA71B9C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873"/>
          <a:stretch>
            <a:fillRect/>
          </a:stretch>
        </p:blipFill>
        <p:spPr>
          <a:xfrm>
            <a:off x="1076379" y="4542241"/>
            <a:ext cx="4464450" cy="233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169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宽屏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Vanellope Asher</dc:creator>
  <cp:lastModifiedBy>Vanellope Asher</cp:lastModifiedBy>
  <cp:revision>1</cp:revision>
  <dcterms:created xsi:type="dcterms:W3CDTF">2025-11-14T12:33:16Z</dcterms:created>
  <dcterms:modified xsi:type="dcterms:W3CDTF">2025-11-14T12:33:30Z</dcterms:modified>
</cp:coreProperties>
</file>